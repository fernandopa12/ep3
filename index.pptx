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wnloads\ep3\tmp_slides_export\slide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wnloads\ep3\tmp_slides_export\slide_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wnloads\ep3\tmp_slides_export\slide_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wnloads\ep3\tmp_slides_export\slide_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wnloads\ep3\tmp_slides_export\slide_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wnloads\ep3\tmp_slides_export\slide_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wnloads\ep3\tmp_slides_export\slide_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wnloads\ep3\tmp_slides_export\slide_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wnloads\ep3\tmp_slides_export\slide_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Malware Android — ML Comparativo</dc:title>
  <dc:subject>Apresentacao exportada de index.html</dc:subject>
  <dc:creator>Fernando Pineo de Abreu</dc:creator>
  <cp:lastModifiedBy>Fernando Pineo de Abreu</cp:lastModifiedBy>
  <cp:revision>1</cp:revision>
  <dcterms:created xsi:type="dcterms:W3CDTF">2026-06-21T17:17:52Z</dcterms:created>
  <dcterms:modified xsi:type="dcterms:W3CDTF">2026-06-21T17:17:52Z</dcterms:modified>
</cp:coreProperties>
</file>